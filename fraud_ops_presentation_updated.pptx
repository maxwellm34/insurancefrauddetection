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ALAN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Ops Runner — Technical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CCCCC"/>
                </a:solidFill>
              </a:rPr>
              <a:t>Detecting Fraud in Optical Care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Alan reimburses optical care claims submitted by opticians. This case asks: can we detect which providers are billing fraudulently — and build a system to catch it automatically?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March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Dataset — What We're Working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5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2743200" cy="1828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Optical 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Independent optician shops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697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444752"/>
            <a:ext cx="2743200" cy="18288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78C2"/>
                </a:solidFill>
              </a:rPr>
              <a:t>221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Reimbursement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Records of money paid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733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44752"/>
            <a:ext cx="2743200" cy="1828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D7A8E"/>
                </a:solidFill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Months of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January 2022 – June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444752"/>
            <a:ext cx="2743200" cy="1828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07B39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Claim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Lunettes (glasses) · Lentilles (contacts)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18688"/>
            <a:ext cx="5440680" cy="2880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218688"/>
            <a:ext cx="109728" cy="28803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What a single data row looks 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39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Each row = one provider's total billings for one category in one month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2336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0416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Provider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40416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8912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07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Category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6040" y="4407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Lunettes (glasses)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75488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773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477316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March 2023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2064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51389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Amount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1389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€ 1 150.00  billed to Alan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218688"/>
            <a:ext cx="585216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3218688"/>
            <a:ext cx="109728" cy="28803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291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The question we're trying to answer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3703320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7307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Who might be committing fraud?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050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Some opticians may be billing for services that were never provided — or inflating bills to extract more money from Alan.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453128"/>
            <a:ext cx="55778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480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What does fraud look like in this data?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54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Unusual billing patterns: sudden spikes, identical repeated amounts, or always claiming both glasses and contacts together.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5202936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52303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What can we do about it?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50468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Automatically score each provider and surface the suspicious ones for a human reviewer to investigate.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Data Exploration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suspicious
patterns did we find?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7 out of 12 providers showed at least one red flag · 4 distinct fraud patterns identified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Results — Which Providers Look Suspicious?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provider is given a risk score 0–100 based on how many suspicious patterns were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was detected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81051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5623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59" y="185623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185623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18562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 + round numbers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6712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2128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59" y="22128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22128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22128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56946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59" y="2569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25694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25694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80360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59" y="29260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9260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236976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282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59" y="32826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28269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28269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amounts + round numbers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59359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63931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363931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7800" y="36393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59" y="3639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5020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59" y="39959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9959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39959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round numbers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306824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3525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Voodoo optics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59" y="435254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435254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9" y="435254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663440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470915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abc optics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59" y="4709159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4709159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59" y="4709159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020055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506577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Cool optics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94759" y="506577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065775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95159" y="5065775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376671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542239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Dallas optics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94759" y="542239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57800" y="542239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59" y="542239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733287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57790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22 optics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59" y="5779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800" y="57790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59" y="577900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163055"/>
            <a:ext cx="11640312" cy="402336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6199631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7 providers had payments automatically held  ·  0 flagged for manual review  ·  5 cleared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1 — Glasses and Contacts Always Billed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opticians systematically claim both Lunettes and Lentilles for the same month, month after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9144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9144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73936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 reality, a single patient can't wear both glasses and contact lenses at the same time. An optician billing for both products every single month is likely adding fictitious contact-lens charges to genuine glasses sales — the patient pays less out-of-pocket while Alan absorbs the extra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68/100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76% of active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(10 out of 13 months)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Also had one month where billings suddenly spiked 5× above normal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68/100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08192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50/100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100% of active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(12 out of 12 months)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Every single active month had both categories — 100% of the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50/100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2 — Sudden Unexplained Billing Spikes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providers had months where billings jumped dramatically above their own historical average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1323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1323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 sudden spike well above a provider's own normal billing level can indicate a burst of fictitious or inflated claims — especially when it coincides with the co-billing pattern above.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79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79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85% co-billing rate across all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24528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61688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2 spike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53128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61688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94% co-billing rate — highest in dataset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74736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1896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11896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3336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03336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1896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3336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96% co-billing rate — near-universal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1896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0807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</a:rPr>
              <a:t>When two unrelated fraud signals appear simultaneously it dramatically increases confidence the provider is acting fraudulently.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3 — Identical Amounts Billed Repeatedly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The exact same euro amount appearing 3 or more times within a 12-month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68580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claims vary naturally. When the exact same euro amount appears over and over for the same provider and product category, it suggests the claims may be copy-pasted fabrications rather than genuine billing.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12848"/>
            <a:ext cx="544068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12848"/>
            <a:ext cx="544068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13432"/>
            <a:ext cx="896112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13432"/>
            <a:ext cx="8961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88/100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6008" y="2779776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6008" y="277977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461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Three separate repeated-amount patterns detected: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66160"/>
            <a:ext cx="507492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How many times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13632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9319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€ 850.00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39319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393192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4 times in 12 months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61104"/>
            <a:ext cx="5074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2793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€ 320.00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9968" y="42793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427939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08576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6268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€ 650.00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29968" y="46268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462686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29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Also had co-billing in 55% of months → total score 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2212848"/>
            <a:ext cx="580644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2212848"/>
            <a:ext cx="5806440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3591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92840" y="2313432"/>
            <a:ext cx="841248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92840" y="2313432"/>
            <a:ext cx="841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100/100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28248" y="2779776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28248" y="277977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246120"/>
            <a:ext cx="5486400" cy="3657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32735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The only provider to trigger all three patterns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657600"/>
            <a:ext cx="5486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36850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Co-billing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68503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77% of months had both glasses + contacts billed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422452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425196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Billing spike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month jumped to over 5× their normal billing level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791456"/>
            <a:ext cx="5486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8188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8188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 separate amounts repeated 3+ times each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394960"/>
            <a:ext cx="548640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5458968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Three separate, independent signals → highest confidence fraud case in the dataset.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4 — Systematic Round-Number 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Providers who consistently bill exact round sums (e.g. 300€, 600€) rather than realistic irregular amounts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772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772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optical purchases — glasses frames, lenses, fitting — never add up to a perfectly round number. Amounts like €349.91 or €127.50 reflect actual product pricing. When a provider bills €300.00, €600.00, €200.00 every single month with no variation in cents, it strongly suggests fabricated charges rather than genuine sales.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557784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557784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Runner Glasses — Contacts billing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07792"/>
            <a:ext cx="521208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935224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2839"/>
                </a:solidFill>
              </a:rPr>
              <a:t>100% of Lentilles claims are round multiples of 100€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84448"/>
            <a:ext cx="521208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Round?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502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39502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42816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26110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4261104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8" y="426110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53712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5720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0048" y="45720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45720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864608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8828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48828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48828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75504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1937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51937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51937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486400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5046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0048" y="55046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200,00 €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5046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2331720"/>
            <a:ext cx="58521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2331720"/>
            <a:ext cx="5852160" cy="7315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2468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Compare: Lunettes (glasses) — same provider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285292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Glasses amounts look realistic — irregular cents, normal price variation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246120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32644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9327" y="32644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32644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3557015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27648" y="3575303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39327" y="3575303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449,91 €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85248" y="3575303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3867911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27648" y="38862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38862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85248" y="38862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4178808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7648" y="41970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39327" y="41970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699,82 €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85248" y="41970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4489704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27648" y="45079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7" y="45079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85248" y="45079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4800600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7648" y="48188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39327" y="48188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564,82 €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85248" y="48188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166360"/>
            <a:ext cx="544068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27648" y="52120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Same provider, same months — glasses have real prices, contacts are always round numbers. The contacts charges appear fabricated.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263640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44444"/>
                </a:solidFill>
              </a:rPr>
              <a:t>This pattern also appears in Roudoudou Lentilles, Kylian's Frames, and most other flagged providers.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Detection System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How did we turn these
patterns into a system?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4 automated detection rules · risk scoring pipeline · instant routing of every provider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Detection Engine — 4 Rules, Automatically Applied to Every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rule adds points to a provider's risk score. Final score 0–100 determines what happens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Billing Spike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month where a provider's total billings are more than 5× higher than their own rolling 6-month average for that product category.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current month &gt; 5 × 6-month median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+30 points per spiked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18688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18688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Systematic Co-Billing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who bill both glasses and contacts in the same month for the majority of their active months (≥ 50%). Occasional overlap is normal; systematic overlap is not.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18688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7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50% of months have both categories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25–50 pts  (scales with rate)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6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6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Repeated Identical Amount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(provider, category) pair where the exact same euro amount appears 3 or more times within any rolling 12-month window. Real billing varies naturally.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same € amount ≥ 3× in 12-month window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63056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+20 points per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07424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44584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Round Number Billing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where ≥ 70% of claims in a category are round numbers (whole euros, multiples of 50). Real optical purchases have irregular amounts like 349.91€.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07424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44584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3224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70% of claims are multiples of 50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07424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0576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+25 points per category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074920"/>
            <a:ext cx="11640312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09320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What happens to the score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440680"/>
            <a:ext cx="352044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Cleared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=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No flags — approved automatically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440680"/>
            <a:ext cx="352044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51959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Under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1959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1–70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51959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At least one signal — human reviews it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46720" y="5440680"/>
            <a:ext cx="3520440" cy="10058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381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&gt; 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Strong evidence — payments suspended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32120"/>
            <a:ext cx="12188952" cy="1325880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CCCC"/>
                </a:solidFill>
              </a:rPr>
              <a:t>Beyond the analysis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we built a working system
around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The detection logic above is packaged into a full web application that an ops team can actually use day-to-day: upload new claims, run detection with one click, and review every flagged provider with full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27432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Live risk scores, flagged provider count, recent review activity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749039"/>
            <a:ext cx="27432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Provider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Run detection · search and filter · see every provider's risk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749039"/>
            <a:ext cx="27432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Flag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Click any provider to see exactly which claims triggered each 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3749039"/>
            <a:ext cx="27432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panel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Submit a decision on any provider — approve, escalate, or blacklist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509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788AA"/>
                </a:solidFill>
              </a:rPr>
              <a:t>Built with  Next.js + TypeScript  ·  Python FastAPI  ·  PostgreSQL  ·  Full FR/EN localisation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should happen
with these providers?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Immediate actions · system limitations · how to improve detection over time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Recommended Actions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Prioritised by risk score — highest confidence cases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Patterns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92224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8470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47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184708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4708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 + rounds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470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Immediate audit — 4 independent fraud signals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185416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240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240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79" y="22402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2402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578608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6334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633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79" y="263347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633472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6334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971800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30266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30266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79" y="302666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02666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30266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364992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41985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41985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79" y="341985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419856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+ rounds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41985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Audit — round numbers + repeated billing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758184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38130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813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79" y="381304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38130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Payments held — multiple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4151376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206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79" y="420624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420624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rounds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4206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Payments held — systematic round numbers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617720"/>
            <a:ext cx="11640312" cy="15361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74320" y="4617720"/>
            <a:ext cx="109728" cy="153619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46908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How to improve detection over time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505663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Get individual claim-level data → detect co-billing and round numbers at member level (more precise)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33095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Add geographic clustering → flag multiple providers at the same address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5605271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Seasonal tuning → avoid false positives from legitimate holiday spikes in December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87959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ML model trained on confirmed fraud cases → dynamic scoring instead of fixed point weights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