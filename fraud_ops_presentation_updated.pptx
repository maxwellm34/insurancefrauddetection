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we detect which providers are billing fraudulently —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 —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 we're trying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Who might be committing fraud?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that were never provided — or inflating bills to extract more money from Alan.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does fraud look like in this data?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Unusual billing patterns: sudden spikes, identical repeated amounts, or always claiming both glasses and contacts together.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can we do about it?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Automatically score each provider and surface the suspicious ones for a human reviewer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Data Exploration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suspicious
patterns did we find?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7 out of 12 providers showed at least one red flag · 4 distinct fraud patterns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—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 numbers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 + round numbers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 numbers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 optics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Dallas optics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 providers had payments automatically held  ·  0 flagged for manual review  ·  5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 —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 —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68/100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68/100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— 100% of the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 —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 —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 —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 —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0807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 —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68580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12848"/>
            <a:ext cx="54406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12848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13632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93192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61104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27939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08576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6268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212848"/>
            <a:ext cx="580644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212848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359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246120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2735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657600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6850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6850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2245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2519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791456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8188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188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394960"/>
            <a:ext cx="548640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458968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4 — Systematic Round-Number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Providers who consistently bill exact round sums (e.g. 300€, 600€) rather than realistic irregular amounts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772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772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optical purchases — glasses frames, lenses, fitting — never add up to a perfectly round number. Amounts like €349.91 or €127.50 reflect actual product pricing. When a provider bills €300.00, €600.00, €200.00 every single month with no variation in cents, it strongly suggests fabricated charges rather than genuine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 — Contacts billing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2"/>
            <a:ext cx="521208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522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2839"/>
                </a:solidFill>
              </a:rPr>
              <a:t>100% of Lentilles claims are round multiples of 100€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4448"/>
            <a:ext cx="521208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502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6110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426110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426110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53712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720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45720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64608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8828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48828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8828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75504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1937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1937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1937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86400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046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55046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200,00 €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5046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331720"/>
            <a:ext cx="58521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331720"/>
            <a:ext cx="5852160" cy="731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468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Compare: Lunettes (glasses) — same provider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85292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Glasses amounts look realistic — irregular cents, normal price variation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246120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32644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32644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2644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557015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575303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3575303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449,91 €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3575303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867911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7648" y="38862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38862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3886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178808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41970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9327" y="41970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699,82 €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85248" y="4197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9704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5079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45079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5248" y="45079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4800600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188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48188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564,82 €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48188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166360"/>
            <a:ext cx="544068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212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Same provider, same months — glasses have real prices, contacts are always round numbers. The contacts charges appear fabricated.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2636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44444"/>
                </a:solidFill>
              </a:rPr>
              <a:t>This pattern also appears in Roudoudou Lentilles, Kylian's Frames, and most other flagged providers.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Detection System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How did we turn these
patterns into a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4 automated detection rules · risk scoring pipeline · instant routing of every provider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 — 4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+30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25–50 pts  (scales with rate)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+20 points per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Round Number Billing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where ≥ 70% of claims in a category are round numbers (whole euros, multiples of 50). Real optical purchases have irregular amounts like 349.91€.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4584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3224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70% of claims are multiples of 50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07424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576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+25 points per category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 — approved automatically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 — human reviews it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 — payments suspended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we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 —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38928"/>
            <a:ext cx="11155680" cy="347472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663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🌐  Live demo:  alan-production-0d14.up.railway.app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the System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A simple three-layer web application — data in, detection engine, human review 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3383280" cy="4114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Next.js Frontend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59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Dashboard overview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59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 risk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59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Flag evidence viewer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59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 submit panel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50791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59" y="4114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CSV import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1417320"/>
            <a:ext cx="3383280" cy="4114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69080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API 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FastAPI Backend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Auth (demo token / Clerk)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59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Claims import &amp; 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1959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Detection engine runner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1959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 scoring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4050791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1959" y="4114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 actions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0" y="1417320"/>
            <a:ext cx="3383280" cy="4114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80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60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claims table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09560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providers table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fraud_flags table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review_actions table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03320" y="3401568"/>
            <a:ext cx="91440" cy="7315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67328" y="3319272"/>
            <a:ext cx="164592" cy="2560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3493008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44444"/>
                </a:solidFill>
              </a:rPr>
              <a:t>HTTP / JSON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3401568"/>
            <a:ext cx="91440" cy="7315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24928" y="3319272"/>
            <a:ext cx="164592" cy="2560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60920" y="3493008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44444"/>
                </a:solidFill>
              </a:rPr>
              <a:t>SQL / asyncpg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40080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Deployed on Railway · Postgres managed · Frontend &amp; backend as separate services · Auth required on all API endpoints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App — Dashboard &amp; Provider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alan-production-0d14.up.railway.app  ·  Login: demo mode (alanadmin)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669280" cy="489204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669280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4447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Dashboard  —  Fraud detection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847088"/>
            <a:ext cx="1316736" cy="91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TOTAL PROVIDERS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37360" y="1847088"/>
            <a:ext cx="1316736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07B39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FLAGGED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27248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27248" y="1847088"/>
            <a:ext cx="1316736" cy="914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62839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HELD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7136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1847088"/>
            <a:ext cx="1316736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245k€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REIMBURSED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2670048"/>
            <a:ext cx="552297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066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2440"/>
                </a:solidFill>
              </a:rPr>
              <a:t>Top 10 providers by risk score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355847"/>
            <a:ext cx="402336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9264" y="3396081"/>
            <a:ext cx="402336" cy="96560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9616" y="3516782"/>
            <a:ext cx="402336" cy="84490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29967" y="3577132"/>
            <a:ext cx="402336" cy="78455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0" y="3617366"/>
            <a:ext cx="402336" cy="744321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90672" y="3818534"/>
            <a:ext cx="402336" cy="543153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21023" y="3959351"/>
            <a:ext cx="402336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1375" y="4210812"/>
            <a:ext cx="402336" cy="15087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81727" y="4361688"/>
            <a:ext cx="402336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12079" y="4361688"/>
            <a:ext cx="402336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7472" y="4434840"/>
            <a:ext cx="5522976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805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44"/>
                </a:solidFill>
              </a:rPr>
              <a:t>Recent activity:  No review decisions yet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864608"/>
            <a:ext cx="5522976" cy="41148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910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⚠  5 providers are currently held pending review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1417320"/>
            <a:ext cx="5715000" cy="489204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1417320"/>
            <a:ext cx="5715000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14447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Providers  —  12 registered providers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1444752"/>
            <a:ext cx="1645920" cy="25603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79408" y="1463040"/>
            <a:ext cx="1609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▶  Run detection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5352" y="1847088"/>
            <a:ext cx="5568696" cy="2743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5352" y="2148840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21762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217627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99/100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217627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5352" y="2459736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248716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96/100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248716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5352" y="2770632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27980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27980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84/100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279806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5352" y="3081528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108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0" y="31089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78/100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310896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5352" y="3392424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0" y="34198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86800" y="34198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74/100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01200" y="341985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5352" y="3703320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09360" y="37307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86800" y="37307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54/100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01200" y="373075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45352" y="4014216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09360" y="4041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0" y="4041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40/100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4164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45352" y="4325112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09360" y="43525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Voodoo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6800" y="4352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15/100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01200" y="435254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45352" y="4636008"/>
            <a:ext cx="5568696" cy="292608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09360" y="46634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La classe à Dallas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86800" y="466344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0/100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66344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E7D32"/>
                </a:solidFill>
              </a:rPr>
              <a:t>Auto-approved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45352" y="4956048"/>
            <a:ext cx="5568696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499262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Click any provider → full flag evidence + review panel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444444"/>
                </a:solidFill>
              </a:rPr>
              <a:t>← Dashboard overview          Providers list with live risk scores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should happen
with these providers?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actions · system limitations · how to improve detection over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Recommended Actions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Prioritised by risk score — highest confidence cases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Patterns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9222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470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47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184708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— 4 independent fraud signals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8541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240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22402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402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78608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6334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63347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33472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334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971800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0266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0266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302666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2666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0266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364992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419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419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34198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419856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+ rounds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41985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— round numbers + repeated billing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5818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8130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813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381304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8130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Payments held — multiple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15137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206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79" y="42062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20624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Payments held — systematic round numbers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617720"/>
            <a:ext cx="11640312" cy="15361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4617720"/>
            <a:ext cx="109728" cy="153619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690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How to improve detection over 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05663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Get individual claim-level data → detect co-billing and round numbers at member level (more precise)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33095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Add geographic clustering → flag multiple providers at the same address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560527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Seasonal tuning → avoid false positives from legitimate holiday spikes in December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87959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ML model trained on confirmed fraud cases → dynamic scoring instead of fixed point weights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