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an-production-0d14.up.railway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Runner: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I detect which providers are billing fraudulently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Dataset: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questions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Q1: Are there fraud patterns in the data?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never provided, or inflating bills. I looked for systematic patterns that distinguish fraud from normal variation.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Q2: How do you identify and recover from fraud?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Once patterns are found: build automated detection rules, score each provider, and route suspicious ones for investigation and payment suspension.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Q3: What proactive actions prevent future fraud?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Better data, network analysis, seasonal calibration, and ML scoring to stay ahead of evolving fraud tactics.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Are there any patterns in the data that could indicate fraudulent activity? Have you identified one or several suspicious health professionals?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Yes: 4 fraud patterns
across 8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8 out of 12 providers showed at least one red flag · 5 had payments automatically held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Results: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 numbers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 + round numbers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 numbers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Round number billing detected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La classe à Dallas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 providers had payments automatically held  ·  3 flagged for manual review  ·  4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1: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sales.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54/100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(100% of the time)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40/100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2: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claims,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96/100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rate,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99/100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rate,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57607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3: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82296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77440"/>
            <a:ext cx="544068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77440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478024"/>
            <a:ext cx="117043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2478024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4436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7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4087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40873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16552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43484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43484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43484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64024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78231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78231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7823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663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74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377440"/>
            <a:ext cx="580644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377440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5237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2478024"/>
            <a:ext cx="117043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478024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84/100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294436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29443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01568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4290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822191"/>
            <a:ext cx="5486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8496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84962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352544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379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37997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882896"/>
            <a:ext cx="5486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9103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91032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468112"/>
            <a:ext cx="5486400" cy="59436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51383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4: Systematic Round Number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Providers who consistently bill exact round sums (e.g. 300€, 600€) rather than realistic irregular amounts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772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772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optical purchases (glasses frames, lenses, fitting) never add up to a perfectly round number. Amounts like €349.91 or €127.50 reflect actual product pricing. When a provider bills €300.00, €600.00, €200.00 every single month with no variation in cents, it strongly suggests fabricated charges rather than genuine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Glasses: Contacts billing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2"/>
            <a:ext cx="521208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522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2839"/>
                </a:solidFill>
              </a:rPr>
              <a:t>100% of Lentilles claims are round multiples of 100€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4448"/>
            <a:ext cx="521208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502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6110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426110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426110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53712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720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45720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64608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8828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48828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8828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75504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1937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1937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1937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86400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046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55046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200,00 €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5046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331720"/>
            <a:ext cx="58521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331720"/>
            <a:ext cx="5852160" cy="731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468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Compare: Lunettes (glasses), same provider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85292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Glasses amounts look realistic: irregular cents, normal price variation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246120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32644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32644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2644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557015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575303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3575303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449,91 €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3575303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867911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7648" y="38862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38862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3886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178808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41970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9327" y="41970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699,82 €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85248" y="4197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9704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5079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45079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5248" y="45079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4800600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188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48188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564,82 €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48188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166360"/>
            <a:ext cx="544068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212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Same provider, same months. Glasses have real prices, contacts are always round numbers. The contacts charges appear fabricated.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2636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44444"/>
                </a:solidFill>
              </a:rPr>
              <a:t>This pattern also appears in Roudoudou Lentilles, Kylian's Frames, and most other flagged providers.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How would you identify if this trend could be related to fraud? What methods would you consider to investigate and potentially recover any misappropriated funds?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Automated scoring +
payment suspension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4 detection rules applied to every provider · risk score routes each case · payments held where evidence is strong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Engine: 4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12–25 pts  (scales with rate)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Round Number Billing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where ≥ 70% of claims in a category are whole euro amounts (no cents). Real optical purchases have irregular amounts like 349.91€.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4584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3224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70% of claims are whole euros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07424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576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category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flags. Approved automatically.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signal. Human reviews it.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evidence. Payments suspended.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Immediate Action Required: Payments 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5 providers automatically held. Strong evidence across multiple independent fraud signals.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  / 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Signals detected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Recommended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783080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1783080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837943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58568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25856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99/100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1837943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213055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96% of months had both glasses + contacts. 3 spike months. All contacts claims are whole euros.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19842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15768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715768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77063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91256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9125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96/100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770632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063239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85% co-billing rate. 3 spike months above 5× their 6-month average.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448" y="291693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48456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648456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23944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1239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84/100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370332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spike · repeated amounts · round numbers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399592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Only provider to trigger all 4 rules. 4 completely independent fraud signals.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8" y="384962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Priority audit. Highest confidence fraud case.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581144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581144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636007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56631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56631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30168" y="4636007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0168" y="4928616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94% co-billing rate, highest in dataset. 2 spike months.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3448" y="478231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513832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5513832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556869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89320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9893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74/100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30168" y="5568696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repeated amounts · round numbers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30168" y="586130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55% co-billing. 3 repeated-amount patterns. All contacts: exact round euros.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448" y="5715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Audit focus on fabricated contacts charges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Under Review &amp; Cleared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3 providers flagged for manual review · 4 providers fully cleared with no suspicious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200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4475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Flagged for manual review. Score below auto-hold threshold but patterns present.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83080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783080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984248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8424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54/100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837943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1671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Co-billing (76%) · billing spike · round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947672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Below the 70-point hold threshold but has 3 signals. Recommend manual review before next payment cycle.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88920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889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40/100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64261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971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Systematic co-billing (100% of months) · round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752344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Every single active month had both categories billed. Low total due to no spike. Review co-billing pattern.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92424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392424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93592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9359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15/100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Voodoo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37764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Round number billing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557016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Low score but whole-euro billing pattern present. Monitor and flag for review if pattern continues next cycle.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233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Cleared: no suspicious patterns detected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La classe à Dallas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2112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1840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70832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Cool optics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9904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9632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2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4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abc optic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97696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07424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07424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86416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22 optics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7424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I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provider: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38928"/>
            <a:ext cx="11155680" cy="347472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6636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5A623"/>
                </a:solidFill>
                <a:hlinkClick r:id="rId2"/>
              </a:rPr>
              <a:t>🌐  Live demo:  alan-production-0d14.up.railway.app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Based on your analysis, what proactive actions would you take or initiate to prevent similar fraud in the future?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Better data, ongoing
monitoring, smarter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improvements · network-level detection · seasonal calibration · ML scoring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to Improve Detection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Current system catches clear patterns. Here is how to make it more precise and harder to game.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7150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81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Member-level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1A78C2"/>
                </a:solidFill>
              </a:rPr>
              <a:t>Get individual claim-level data instead of monthly aggregates.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2199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Currently co-billing is detected at the provider level. It is not possible to confirm it's the same patient being billed for both glasses and contacts. With member IDs per claim, I could detect the exact fraud scenario: one patient billed for both products in the same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72968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78C2"/>
                </a:solidFill>
              </a:rPr>
              <a:t>→  Higher precision · fewer false positives · unambiguous evidence for legal 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417320"/>
            <a:ext cx="57150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81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Geographic clustering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0D7A8E"/>
                </a:solidFill>
              </a:rPr>
              <a:t>Flag multiple providers operating from the same address.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22199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 network of opticians run by the same owner could each stay below the scoring threshold individually while collectively committing large-scale fraud. Address matching and network analysis would catch coordinated schemes invisible to per-provider rules.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172968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2186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7A8E"/>
                </a:solidFill>
              </a:rPr>
              <a:t>→  Detects organised fraud rings · cross-provider signal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13048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813048"/>
            <a:ext cx="57150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Seasonal calibration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5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E07B39"/>
                </a:solidFill>
              </a:rPr>
              <a:t>Adjust rolling medians to account for known seasonal spikes.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Legitimate sales spikes occur every December (gift-giving) and September (back to school). A spike rule that doesn't account for seasonality will generate false positives for honest providers during these periods, wasting reviewer time.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568696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1441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→  Fewer false positives · reviewer trust maintained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813048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813048"/>
            <a:ext cx="57150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Machine learning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315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Train a model on confirmed fraud cases to replace fixed point weights.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6177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The current 4-rule system uses fixed scores (+20, +25, +15, +15) that were chosen manually. A supervised ML model trained on confirmed fraud outcomes would learn which combinations of signals are most predictive and weight them accordingly.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5568696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61441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→  Dynamic weights · adapts as fraud patterns evolve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